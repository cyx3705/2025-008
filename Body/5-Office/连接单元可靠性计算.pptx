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56" r:id="rId5"/>
    <p:sldId id="257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55558-A5D2-5F6C-D633-CA702BB83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6404AD-C19F-64F9-7EED-6F4957458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3B7CA-F5B1-8D7D-2CE4-C474AAA6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90C51-D03A-8F76-A16A-A1DD6E14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F9E6B-7470-EAF0-C70B-A01B1BDE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69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66949-36CB-75E7-FF3C-67EB6B7C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D6282-B742-FB68-C83C-526822B70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7AC22F-9787-9DB2-1E22-79099422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70339-52E2-CD76-0832-C6365B1C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FC9643-2AC2-AB2B-2B61-0CB68BF8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80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17B1E-EC20-5DA5-B7C4-2878C172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19F20-C60B-293B-C3F6-E815643A5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BCF01-93D7-8E27-540F-427FD916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BA164-79C2-D407-2274-A6E8DCFC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8DD8E-97B8-6C86-3B03-938737F8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33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C40CB-FCE0-10D4-9AD8-7C58C26F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153CC-03BB-53C4-29FA-73A6FB3D9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418EE4-1911-F5C4-6B00-9899F5024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C75413-83D0-67F6-2FFE-AE15071A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F221CD-ED6F-7D9E-BD56-A60E80A0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49CAA8-126B-3863-51C5-5B0F00A2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37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BBF91-D02E-FD69-4BE8-4BAF4433C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5EE24F-930E-E53D-9D2C-72640577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377A83-4889-6182-EFEB-DBAD517F3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6FE8FB-4BD1-CFD8-9240-55718E513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133A40-CEC9-7F97-99E9-3B65B9B8A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A6DE22-25A2-7F83-1D19-776F547B5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5B03F4-99CD-F484-4430-01194128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666359-D110-15A4-21A8-8BCDE466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816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2DF7E-D348-9A29-89C6-A595466E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BF4C1B-09BB-95D1-9829-44E68E62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E194DD-A763-1E7A-1D9A-C10FD7F2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5F20FE-C7B9-A32C-09C7-7D609927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19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6CEFF8-5680-6FE5-17ED-9ECF1068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9B9933-1978-75F5-F505-76A6AF5A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760806-E840-7719-4290-ECD039DF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45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072FC-0F1F-3468-B9F5-8360C0960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B6655-73B0-D339-482B-FF2344DB8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F40B9D-C3C0-2645-01FA-F9026130A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0905C9-A0FE-34AF-9C35-8DCEAA6A5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406A57-739E-78A2-ECBB-A8C7CF8E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E0EE0E-4AA6-CD62-D0C5-3E160DFC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13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3441C-BFF7-976E-6ADA-02352C1E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DE559A-5F96-29A3-7524-F4DE70028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CB1387-2FF3-8702-CCD1-D5671CC6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AD9440-631C-E25E-1282-6AA0E761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73E79E-F556-B366-BEE8-7D7685E1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7AC638-E13F-F615-F214-A0E92FF4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46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75723-6B87-266F-4EB4-CBEDF877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68E7FC-B91E-2D2A-0AD8-9A19CED3F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EFB59-24E8-B97F-206F-ED785DB6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9C6F92-081D-9BC0-9D36-42CA4367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C56C40-99D1-3D33-9F64-215D837B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60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DED0E6-371E-20E6-0795-5046D066C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49D055-DFA5-0E36-A572-6B119C4AF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AAD9D-4468-51AB-F745-881AB6A1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DC0B9-6306-76D7-D6E8-11DE2331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3D23C-A5EC-DEA5-ABC9-DA77D83B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2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2F24FC-3068-7933-AD85-1513F8C7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C67376-51FE-6766-DE16-8520B50AC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2A2A2E-EB95-E992-E38C-CEDF07895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A25F5-429A-4262-87F8-1B551837B93A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53277-D675-0C5A-70A8-D40319BFE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6C89E-3B3E-C746-D114-19793D6CB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38971-C82D-42E9-8662-F21C3F5CFB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92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D7AE4-6D0E-7603-7372-09A73FA05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连接单元可靠性计算</a:t>
            </a:r>
          </a:p>
        </p:txBody>
      </p:sp>
    </p:spTree>
    <p:extLst>
      <p:ext uri="{BB962C8B-B14F-4D97-AF65-F5344CB8AC3E}">
        <p14:creationId xmlns:p14="http://schemas.microsoft.com/office/powerpoint/2010/main" val="334947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F8B1E-A15C-D99B-1FD6-D1ECA92E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单独拿出滑块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DE1595-72CA-BC8A-8B7E-44DE678B8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0917"/>
            <a:ext cx="3005859" cy="227378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403A02-E36A-4823-0FAA-B73FA0F12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790" y="1838712"/>
            <a:ext cx="3618687" cy="22759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D993B0-3BD5-C2DE-3817-16BD741B9B24}"/>
              </a:ext>
            </a:extLst>
          </p:cNvPr>
          <p:cNvSpPr txBox="1"/>
          <p:nvPr/>
        </p:nvSpPr>
        <p:spPr>
          <a:xfrm>
            <a:off x="1405353" y="4228333"/>
            <a:ext cx="1147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这是连接单元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CF1B6B-442C-078B-FC4B-68C85D27E4F3}"/>
              </a:ext>
            </a:extLst>
          </p:cNvPr>
          <p:cNvSpPr txBox="1"/>
          <p:nvPr/>
        </p:nvSpPr>
        <p:spPr>
          <a:xfrm>
            <a:off x="4430851" y="4228333"/>
            <a:ext cx="236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这是滑块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374C14-4953-A3FB-CCA3-EBD4529475F1}"/>
              </a:ext>
            </a:extLst>
          </p:cNvPr>
          <p:cNvSpPr txBox="1"/>
          <p:nvPr/>
        </p:nvSpPr>
        <p:spPr>
          <a:xfrm>
            <a:off x="8417799" y="4288679"/>
            <a:ext cx="2368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滑块在垂直纸面方向具有高度对称性，所以我们只研究平行于纸面方向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46B1732-B391-B564-F8A1-616231A86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76" t="1223" r="17185" b="63975"/>
          <a:stretch/>
        </p:blipFill>
        <p:spPr>
          <a:xfrm>
            <a:off x="7412476" y="1838712"/>
            <a:ext cx="4864361" cy="227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60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3570C-6C1D-D116-E492-467BCDDD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个滑块只看一个即可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D48FDA-11DB-0B67-1093-02D5007D8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59" t="38599" r="41873" b="30937"/>
          <a:stretch/>
        </p:blipFill>
        <p:spPr>
          <a:xfrm>
            <a:off x="7530204" y="3086101"/>
            <a:ext cx="4661796" cy="25146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C00E18-1418-0A44-E839-63F9A864238E}"/>
              </a:ext>
            </a:extLst>
          </p:cNvPr>
          <p:cNvSpPr txBox="1"/>
          <p:nvPr/>
        </p:nvSpPr>
        <p:spPr>
          <a:xfrm>
            <a:off x="838200" y="3881736"/>
            <a:ext cx="4360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由于最终发现</a:t>
            </a:r>
            <a:r>
              <a:rPr lang="en-US" altLang="zh-CN" dirty="0"/>
              <a:t>f1</a:t>
            </a:r>
            <a:r>
              <a:rPr lang="zh-CN" altLang="en-US" dirty="0"/>
              <a:t>和</a:t>
            </a:r>
            <a:r>
              <a:rPr lang="en-US" altLang="zh-CN" dirty="0"/>
              <a:t>f3</a:t>
            </a:r>
            <a:r>
              <a:rPr lang="zh-CN" altLang="en-US" dirty="0"/>
              <a:t>是线性相关的，所以取到一个滑块研究它是否可靠即可，因为压力和拉力都刚好除</a:t>
            </a:r>
            <a:r>
              <a:rPr lang="en-US" altLang="zh-CN" dirty="0"/>
              <a:t>4</a:t>
            </a:r>
            <a:r>
              <a:rPr lang="zh-CN" altLang="en-US" dirty="0"/>
              <a:t>抵消了</a:t>
            </a:r>
          </a:p>
        </p:txBody>
      </p:sp>
    </p:spTree>
    <p:extLst>
      <p:ext uri="{BB962C8B-B14F-4D97-AF65-F5344CB8AC3E}">
        <p14:creationId xmlns:p14="http://schemas.microsoft.com/office/powerpoint/2010/main" val="128716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E6FFC-7EC4-CB92-C393-7526B833BC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EAE14D-04B6-6F46-CCF4-1C1526FE8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5B0AFC-5DC7-C8B1-EA7A-C8CA1212C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7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9F02E53-36EF-5962-BB63-53A27F6D0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4252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5205675-9E2D-07BA-F6DF-8ADF4C926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23483" cy="2420859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AAB2DD-FB06-709D-6DE8-5627B2369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0859"/>
            <a:ext cx="4596002" cy="36453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41EE7D7-9F74-2703-9EE4-9F2670695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483" y="42959"/>
            <a:ext cx="3848651" cy="30439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944396E-8A03-4670-268A-E44DE2CAC0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483" y="3428693"/>
            <a:ext cx="3848651" cy="19180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5C606EE-3B40-BEA8-239D-D85D9552B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134" y="-1"/>
            <a:ext cx="3819866" cy="281099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D088FA7-BFD8-1D30-217F-6292465928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134" y="3086868"/>
            <a:ext cx="3819866" cy="27093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8A65ECA-EFB8-B678-35F9-5B50D3B79BBD}"/>
              </a:ext>
            </a:extLst>
          </p:cNvPr>
          <p:cNvSpPr txBox="1"/>
          <p:nvPr/>
        </p:nvSpPr>
        <p:spPr>
          <a:xfrm>
            <a:off x="4811340" y="5796248"/>
            <a:ext cx="180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求解方程</a:t>
            </a:r>
          </a:p>
        </p:txBody>
      </p:sp>
    </p:spTree>
    <p:extLst>
      <p:ext uri="{BB962C8B-B14F-4D97-AF65-F5344CB8AC3E}">
        <p14:creationId xmlns:p14="http://schemas.microsoft.com/office/powerpoint/2010/main" val="223451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93842-8AEF-A05F-FAA7-B4B844F4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E6DCA2C-805C-7DAE-C8E8-1BCF542E9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2"/>
            <a:ext cx="6858000" cy="12192003"/>
          </a:xfrm>
        </p:spPr>
      </p:pic>
    </p:spTree>
    <p:extLst>
      <p:ext uri="{BB962C8B-B14F-4D97-AF65-F5344CB8AC3E}">
        <p14:creationId xmlns:p14="http://schemas.microsoft.com/office/powerpoint/2010/main" val="119514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83790-A6CB-4E34-6F09-4712D18E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C5F21-BBC2-84C8-8142-5E498D5FD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普渡机器人</a:t>
            </a:r>
            <a:r>
              <a:rPr lang="en-US" altLang="zh-CN" dirty="0"/>
              <a:t>PUDU DH11</a:t>
            </a:r>
            <a:r>
              <a:rPr lang="zh-CN" altLang="en-US" dirty="0"/>
              <a:t>：这款机器人灵巧手拥有</a:t>
            </a:r>
            <a:r>
              <a:rPr lang="en-US" altLang="zh-CN" dirty="0"/>
              <a:t>11</a:t>
            </a:r>
            <a:r>
              <a:rPr lang="zh-CN" altLang="en-US" dirty="0"/>
              <a:t>个自由度，基于仿人五指设计，配备了</a:t>
            </a:r>
            <a:r>
              <a:rPr lang="en-US" altLang="zh-CN" dirty="0"/>
              <a:t>12</a:t>
            </a:r>
            <a:r>
              <a:rPr lang="zh-CN" altLang="en-US" dirty="0"/>
              <a:t>个触觉传感器区域和</a:t>
            </a:r>
            <a:r>
              <a:rPr lang="en-US" altLang="zh-CN" dirty="0"/>
              <a:t>1018</a:t>
            </a:r>
            <a:r>
              <a:rPr lang="zh-CN" altLang="en-US" dirty="0"/>
              <a:t>个感应矩阵点数。它的一个显著特点是单手最大提拉重量可达</a:t>
            </a:r>
            <a:r>
              <a:rPr lang="en-US" altLang="zh-CN" dirty="0"/>
              <a:t>40kg</a:t>
            </a:r>
            <a:r>
              <a:rPr lang="zh-CN" altLang="en-US" dirty="0"/>
              <a:t>。尽管功能强大，但</a:t>
            </a:r>
            <a:r>
              <a:rPr lang="en-US" altLang="zh-CN" dirty="0"/>
              <a:t>PUDU DH11</a:t>
            </a:r>
            <a:r>
              <a:rPr lang="zh-CN" altLang="en-US" dirty="0"/>
              <a:t>的自重仅为</a:t>
            </a:r>
            <a:r>
              <a:rPr lang="en-US" altLang="zh-CN" dirty="0"/>
              <a:t>500g</a:t>
            </a:r>
            <a:r>
              <a:rPr lang="zh-CN" altLang="en-US" dirty="0"/>
              <a:t>，这使得它在保持高灵活性和柔顺度的同时，也具有较低的自身重量和空间占用 </a:t>
            </a:r>
            <a:endParaRPr lang="en-US" altLang="zh-CN" dirty="0"/>
          </a:p>
          <a:p>
            <a:r>
              <a:rPr lang="zh-CN" altLang="en-US" dirty="0"/>
              <a:t>（这里只是拿这款灵巧手举例子</a:t>
            </a:r>
            <a:endParaRPr lang="en-US" altLang="zh-CN" dirty="0"/>
          </a:p>
          <a:p>
            <a:r>
              <a:rPr lang="zh-CN" altLang="en-US" dirty="0"/>
              <a:t>手的重量在</a:t>
            </a:r>
            <a:r>
              <a:rPr lang="en-US" altLang="zh-CN" dirty="0"/>
              <a:t>1000g</a:t>
            </a:r>
            <a:r>
              <a:rPr lang="zh-CN" altLang="en-US" dirty="0"/>
              <a:t>以内，只要手上无荷载即可实现电磁铁快换，否则使用手动快换</a:t>
            </a:r>
          </a:p>
        </p:txBody>
      </p:sp>
    </p:spTree>
    <p:extLst>
      <p:ext uri="{BB962C8B-B14F-4D97-AF65-F5344CB8AC3E}">
        <p14:creationId xmlns:p14="http://schemas.microsoft.com/office/powerpoint/2010/main" val="4148687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B5312-F98C-C358-6FA1-B74BEB8A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171" y="3442838"/>
            <a:ext cx="6047416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为提高可靠性此处添加手动松开开关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8EDBB2D-93BE-96EA-0D5E-CB1F2FDE9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995" y="2406908"/>
            <a:ext cx="4019757" cy="3397425"/>
          </a:xfrm>
        </p:spPr>
      </p:pic>
    </p:spTree>
    <p:extLst>
      <p:ext uri="{BB962C8B-B14F-4D97-AF65-F5344CB8AC3E}">
        <p14:creationId xmlns:p14="http://schemas.microsoft.com/office/powerpoint/2010/main" val="2198934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宽屏</PresentationFormat>
  <Paragraphs>13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连接单元可靠性计算</vt:lpstr>
      <vt:lpstr>单独拿出滑块</vt:lpstr>
      <vt:lpstr>4个滑块只看一个即可</vt:lpstr>
      <vt:lpstr>PowerPoint 演示文稿</vt:lpstr>
      <vt:lpstr>PowerPoint 演示文稿</vt:lpstr>
      <vt:lpstr>PowerPoint 演示文稿</vt:lpstr>
      <vt:lpstr>PowerPoint 演示文稿</vt:lpstr>
      <vt:lpstr>举例</vt:lpstr>
      <vt:lpstr>为提高可靠性此处添加手动松开开关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14班 第二高级中学</dc:creator>
  <cp:lastModifiedBy>14班 第二高级中学</cp:lastModifiedBy>
  <cp:revision>1</cp:revision>
  <dcterms:created xsi:type="dcterms:W3CDTF">2024-11-09T05:12:44Z</dcterms:created>
  <dcterms:modified xsi:type="dcterms:W3CDTF">2024-11-09T05:13:32Z</dcterms:modified>
</cp:coreProperties>
</file>